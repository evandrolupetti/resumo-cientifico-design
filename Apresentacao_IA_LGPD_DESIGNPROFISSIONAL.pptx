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6" r:id="rId9"/>
    <p:sldId id="264" r:id="rId10"/>
    <p:sldId id="265" r:id="rId11"/>
    <p:sldId id="259" r:id="rId12"/>
    <p:sldId id="261" r:id="rId13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dro Lupetti" userId="14a601ad1004be7e" providerId="LiveId" clId="{4303F5B0-0A10-414A-81D8-6B87352C0E47}"/>
    <pc:docChg chg="undo custSel delSld modSld">
      <pc:chgData name="Evandro Lupetti" userId="14a601ad1004be7e" providerId="LiveId" clId="{4303F5B0-0A10-414A-81D8-6B87352C0E47}" dt="2026-10-14T00:13:46.408" v="47" actId="20577"/>
      <pc:docMkLst>
        <pc:docMk/>
      </pc:docMkLst>
      <pc:sldChg chg="addSp modSp mod">
        <pc:chgData name="Evandro Lupetti" userId="14a601ad1004be7e" providerId="LiveId" clId="{4303F5B0-0A10-414A-81D8-6B87352C0E47}" dt="2026-10-14T00:13:46.408" v="47" actId="20577"/>
        <pc:sldMkLst>
          <pc:docMk/>
          <pc:sldMk cId="0" sldId="257"/>
        </pc:sldMkLst>
        <pc:spChg chg="add mod">
          <ac:chgData name="Evandro Lupetti" userId="14a601ad1004be7e" providerId="LiveId" clId="{4303F5B0-0A10-414A-81D8-6B87352C0E47}" dt="2026-10-13T21:12:03.108" v="30" actId="571"/>
          <ac:spMkLst>
            <pc:docMk/>
            <pc:sldMk cId="0" sldId="257"/>
            <ac:spMk id="4" creationId="{2C0FFAB0-A30A-D623-753A-5A65C75BF8A5}"/>
          </ac:spMkLst>
        </pc:spChg>
        <pc:spChg chg="add mod">
          <ac:chgData name="Evandro Lupetti" userId="14a601ad1004be7e" providerId="LiveId" clId="{4303F5B0-0A10-414A-81D8-6B87352C0E47}" dt="2026-10-13T21:12:03.108" v="30" actId="571"/>
          <ac:spMkLst>
            <pc:docMk/>
            <pc:sldMk cId="0" sldId="257"/>
            <ac:spMk id="5" creationId="{07D991CE-AE12-394B-446A-4B3B7B94319A}"/>
          </ac:spMkLst>
        </pc:spChg>
        <pc:spChg chg="mod">
          <ac:chgData name="Evandro Lupetti" userId="14a601ad1004be7e" providerId="LiveId" clId="{4303F5B0-0A10-414A-81D8-6B87352C0E47}" dt="2026-10-13T21:12:21.841" v="33" actId="1076"/>
          <ac:spMkLst>
            <pc:docMk/>
            <pc:sldMk cId="0" sldId="257"/>
            <ac:spMk id="10" creationId="{2153AA99-8F89-44F6-89BE-50ADB104D03D}"/>
          </ac:spMkLst>
        </pc:spChg>
        <pc:spChg chg="mod">
          <ac:chgData name="Evandro Lupetti" userId="14a601ad1004be7e" providerId="LiveId" clId="{4303F5B0-0A10-414A-81D8-6B87352C0E47}" dt="2026-10-14T00:13:46.408" v="47" actId="20577"/>
          <ac:spMkLst>
            <pc:docMk/>
            <pc:sldMk cId="0" sldId="257"/>
            <ac:spMk id="3076" creationId="{2153AA99-8F89-44F6-89BE-50ADB104D03D}"/>
          </ac:spMkLst>
        </pc:spChg>
        <pc:picChg chg="add mod">
          <ac:chgData name="Evandro Lupetti" userId="14a601ad1004be7e" providerId="LiveId" clId="{4303F5B0-0A10-414A-81D8-6B87352C0E47}" dt="2026-10-13T21:12:03.108" v="30" actId="571"/>
          <ac:picMkLst>
            <pc:docMk/>
            <pc:sldMk cId="0" sldId="257"/>
            <ac:picMk id="3" creationId="{F5BF8A53-3C45-87D1-A1F8-FF163357218F}"/>
          </ac:picMkLst>
        </pc:picChg>
        <pc:picChg chg="mod">
          <ac:chgData name="Evandro Lupetti" userId="14a601ad1004be7e" providerId="LiveId" clId="{4303F5B0-0A10-414A-81D8-6B87352C0E47}" dt="2026-10-13T21:12:06.506" v="32" actId="1076"/>
          <ac:picMkLst>
            <pc:docMk/>
            <pc:sldMk cId="0" sldId="257"/>
            <ac:picMk id="3075" creationId="{F7102E8A-CB45-4A10-AB16-9CFF74D6505F}"/>
          </ac:picMkLst>
        </pc:picChg>
      </pc:sldChg>
      <pc:sldChg chg="modSp mod">
        <pc:chgData name="Evandro Lupetti" userId="14a601ad1004be7e" providerId="LiveId" clId="{4303F5B0-0A10-414A-81D8-6B87352C0E47}" dt="2026-10-13T23:54:59.520" v="46" actId="1076"/>
        <pc:sldMkLst>
          <pc:docMk/>
          <pc:sldMk cId="0" sldId="259"/>
        </pc:sldMkLst>
        <pc:spChg chg="mod">
          <ac:chgData name="Evandro Lupetti" userId="14a601ad1004be7e" providerId="LiveId" clId="{4303F5B0-0A10-414A-81D8-6B87352C0E47}" dt="2026-10-13T23:54:59.520" v="46" actId="1076"/>
          <ac:spMkLst>
            <pc:docMk/>
            <pc:sldMk cId="0" sldId="259"/>
            <ac:spMk id="5124" creationId="{E223242B-36FC-4EDF-B7C1-F179D9876F4E}"/>
          </ac:spMkLst>
        </pc:spChg>
      </pc:sldChg>
      <pc:sldChg chg="del">
        <pc:chgData name="Evandro Lupetti" userId="14a601ad1004be7e" providerId="LiveId" clId="{4303F5B0-0A10-414A-81D8-6B87352C0E47}" dt="2026-10-13T21:07:21.707" v="1" actId="47"/>
        <pc:sldMkLst>
          <pc:docMk/>
          <pc:sldMk cId="2149392476" sldId="263"/>
        </pc:sldMkLst>
      </pc:sldChg>
      <pc:sldChg chg="modSp mod">
        <pc:chgData name="Evandro Lupetti" userId="14a601ad1004be7e" providerId="LiveId" clId="{4303F5B0-0A10-414A-81D8-6B87352C0E47}" dt="2026-10-13T21:07:49.011" v="5" actId="20577"/>
        <pc:sldMkLst>
          <pc:docMk/>
          <pc:sldMk cId="1283984288" sldId="265"/>
        </pc:sldMkLst>
        <pc:spChg chg="mod">
          <ac:chgData name="Evandro Lupetti" userId="14a601ad1004be7e" providerId="LiveId" clId="{4303F5B0-0A10-414A-81D8-6B87352C0E47}" dt="2026-10-13T21:07:49.011" v="5" actId="20577"/>
          <ac:spMkLst>
            <pc:docMk/>
            <pc:sldMk cId="1283984288" sldId="265"/>
            <ac:spMk id="4100" creationId="{D09F245C-E224-40FB-B22C-C18326684718}"/>
          </ac:spMkLst>
        </pc:spChg>
      </pc:sldChg>
      <pc:sldChg chg="modSp mod">
        <pc:chgData name="Evandro Lupetti" userId="14a601ad1004be7e" providerId="LiveId" clId="{4303F5B0-0A10-414A-81D8-6B87352C0E47}" dt="2026-10-13T21:05:52.253" v="0" actId="20577"/>
        <pc:sldMkLst>
          <pc:docMk/>
          <pc:sldMk cId="2028430281" sldId="267"/>
        </pc:sldMkLst>
        <pc:spChg chg="mod">
          <ac:chgData name="Evandro Lupetti" userId="14a601ad1004be7e" providerId="LiveId" clId="{4303F5B0-0A10-414A-81D8-6B87352C0E47}" dt="2026-10-13T21:05:52.253" v="0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7462"/>
            <a:ext cx="620683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INTELIGÊNCIA ARTIFICIAL E LGPD: LIMITES, </a:t>
            </a:r>
            <a:r>
              <a:rPr lang="pt-BR" altLang="pt-BR" sz="22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RISCOS PRECAUÇÕES PARA </a:t>
            </a:r>
            <a:r>
              <a:rPr lang="pt-BR" altLang="pt-BR" sz="2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 PROTEÇÃO DE DADOS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Souza, ESPECIALISTA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Evandro Gabriel Lupetti Gomes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Ciência da Computação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492" y="3264610"/>
            <a:ext cx="444329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LGPD. PROTEÇÃO DE DADOS. INTELIGÊNCIA ARTIFICIAL.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TOPICOS – PROBLEMA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Uso crescente de IA no tratamento de dados pessoais.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Riscos à privacidade, segurança e uso indevido de informações.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Como utilizar IA sem ampliar riscos e sem descumprir a LGPD?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- JUSTIFICATIVA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Crescimento do uso da IA nas organizações.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Maior necessidade de proteção de dados pessoais.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Importância de conciliar inovação, segurança da informação e LGPD.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OBJETIVO GERAL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Analisar como a inteligência artificial pode contribuir para a conformidade com a LGPD e para a proteção de dados, considerando benefícios e riscos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OBJETIVOS ESPECÍFICOS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Identificar aplicações de IA relacionadas ao tratamento e à proteção de dados pessoais.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Analisar como a IA pode auxiliar no cumprimento da LGPD.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Identificar riscos à privacidade e à segurança da informação.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Comparar medidas práticas e funcionais para reduzir esses riscos.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426516"/>
            <a:ext cx="6146297" cy="2004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 algn="just"/>
            <a:r>
              <a:rPr lang="pt-BR" sz="1800" dirty="0">
                <a:effectLst/>
                <a:latin typeface="Segoe UI" panose="020B0502040204020203" pitchFamily="34" charset="0"/>
              </a:rPr>
              <a:t>Abordagem qualitativa.</a:t>
            </a:r>
          </a:p>
          <a:p>
            <a:pPr marL="285750" indent="-285750" algn="just"/>
            <a:r>
              <a:rPr lang="pt-BR" sz="1800" dirty="0">
                <a:effectLst/>
                <a:latin typeface="Segoe UI" panose="020B0502040204020203" pitchFamily="34" charset="0"/>
              </a:rPr>
              <a:t>Pesquisa de natureza teórica.</a:t>
            </a:r>
          </a:p>
          <a:p>
            <a:pPr marL="285750" indent="-285750" algn="just"/>
            <a:r>
              <a:rPr lang="pt-BR" sz="1800" dirty="0">
                <a:effectLst/>
                <a:latin typeface="Segoe UI" panose="020B0502040204020203" pitchFamily="34" charset="0"/>
              </a:rPr>
              <a:t>Revisão bibliográfica de três artigos científicos.</a:t>
            </a:r>
          </a:p>
          <a:p>
            <a:pPr marL="285750" indent="-285750" algn="just"/>
            <a:r>
              <a:rPr lang="pt-BR" sz="1800" dirty="0">
                <a:effectLst/>
                <a:latin typeface="Segoe UI" panose="020B0502040204020203" pitchFamily="34" charset="0"/>
              </a:rPr>
              <a:t>Artigos publicados entre 2022 e 2025.</a:t>
            </a:r>
          </a:p>
          <a:p>
            <a:pPr marL="285750" indent="-285750" algn="just"/>
            <a:r>
              <a:rPr lang="pt-BR" sz="1800" dirty="0">
                <a:effectLst/>
                <a:latin typeface="Segoe UI" panose="020B0502040204020203" pitchFamily="34" charset="0"/>
              </a:rPr>
              <a:t>Sem procedimentos práticos ou experimentais.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Limites da LGPD diante da inteligência artificial — Almada e Maranhão (2023)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Proteção de dados em decisões automatizadas — Almada e Maranhão (2023)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Revisão e controle de decisões automatizadas — Beck, Boff e Piaia (2022)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Auditorias, supervisão e mitigação de riscos em IA — Beck, Boff e Piaia (2022)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Regulação da IA e proteção dos direitos dos titulares — Beck, Boff e Piaia (2022)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 LGPD oferece uma base importante para a proteção de dados no uso de IA.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 uso de IA também pode ampliar riscos à privacidade e à segurança da informação.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Auditorias, supervisão e avaliação de riscos ajudam a reduzir possíveis impactos.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 regulamentação específica de IA pode complementar as proteções já previstas pela LGPD.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 uso responsável da IA exige equilíbrio entre inovação, segurança e proteção de dados.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39" y="1832936"/>
            <a:ext cx="6130925" cy="432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ALMADA, Marco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Antonio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Lasmar; MARANHÃO, Juliano Souza de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Albuquerque.Contribuições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e limites da Lei Geral de Proteção de Dados para a regulação da inteligência artificial no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Brasil.Direito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Público, v. 20, n. 106, 2023. DOI: 10.11117/rdp.v20i106.6957.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BECK, César; BOFF, Murilo Manzoni; PIAIA,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Thami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Covatti.Lei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Geral de Proteção de Dados e a revisão de decisões automatizadas: os mecanismos de regulação baseados em uma inteligência artificial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ética.Revista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Eletrônica Direito e Política, v. 17, n. 2, p. 509–546, 2022. DOI: 10.14210/rdp.v17n2.p509-546.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MORETTI, Juliano Lazzarini; ZUFFO, Milena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Maltese.LGPD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e inteligência artificial: um estudo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comparado.Revista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de Direito Internacional e Globalização Econômica, v. 13, n. 13, p. 21–42, 2025. DOI: 10.23925/2526-6284/2023.v13n13.69370.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274838"/>
            <a:ext cx="6705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“</a:t>
            </a:r>
            <a:r>
              <a:rPr lang="pt-BR" sz="2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 uso responsável da inteligência artificial depende do equilíbrio entre inovação, segurança, utilização consciente e proteção de dados.</a:t>
            </a:r>
            <a:r>
              <a:rPr lang="en-US" altLang="pt-BR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</a:p>
          <a:p>
            <a:pPr algn="ctr">
              <a:spcBef>
                <a:spcPct val="50000"/>
              </a:spcBef>
            </a:pP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A80AEEB-1C46-8791-AD4E-89FD6E6EE2D9}"/>
              </a:ext>
            </a:extLst>
          </p:cNvPr>
          <p:cNvSpPr txBox="1"/>
          <p:nvPr/>
        </p:nvSpPr>
        <p:spPr>
          <a:xfrm>
            <a:off x="8804564" y="2579172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Verdana" panose="020B0604030504040204" pitchFamily="34" charset="0"/>
                <a:ea typeface="Verdana" panose="020B0604030504040204" pitchFamily="34" charset="0"/>
              </a:rPr>
              <a:t>Obrigado pela atenção!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576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Evandro Lupetti</cp:lastModifiedBy>
  <cp:revision>22</cp:revision>
  <dcterms:created xsi:type="dcterms:W3CDTF">2021-05-14T17:32:15Z</dcterms:created>
  <dcterms:modified xsi:type="dcterms:W3CDTF">2026-10-14T00:13:48Z</dcterms:modified>
</cp:coreProperties>
</file>